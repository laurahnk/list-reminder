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Comprendre, mesurer et utiliser le PSI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évaluer la qualité d'une base synthétique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Interprétabilité des métriques de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base, le PSI est utilisé pour…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bancaire d'origine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banque, les modèles de scoring sont entraînés sur une population à un instant T. Avec le temps, la population des nouveaux clients change. Le PSI mesure si cette population a trop dérivé pour que le modèle reste fiable.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51760" cy="265176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des modèles en production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mois, on compare la population actuelle à la population d'entraînement. Si PSI &gt; 0.20, le modèle doit être re-calibré.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148840"/>
            <a:ext cx="2651760" cy="265176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1488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d'entrée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200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scorer un nouveau client, on vérifie que ses caractéristiques correspondent à la population connue du modèle.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2651760" cy="265176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1488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réglementaire (Bâle IV)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régulateurs (BCE, ACPR) exigent de prouver que la population d'application est stable par rapport à celle de développement.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 La formule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PSI  =  Σ  ( P_réelle_i  −  P_synth_i )  ×  ln( P_réelle_i  /  P_synth_i 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bin 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1828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29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P_réelle_i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029968"/>
            <a:ext cx="658368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0299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d'individus dans le bin i de la base RÉELLE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88336"/>
            <a:ext cx="1828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883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P_synth_i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688336"/>
            <a:ext cx="658368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6883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d'individus dans le bin i de la base SYNTHÉTIQUE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1828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46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 · 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3346704"/>
            <a:ext cx="658368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34670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Logarithme naturel — amplifie les grandes différences de proportions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1828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4005072"/>
            <a:ext cx="6583680" cy="502920"/>
          </a:xfrm>
          <a:prstGeom prst="rect">
            <a:avLst/>
          </a:prstGeom>
          <a:solidFill>
            <a:srgbClr val="F4F8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0050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sur tous les bins — le PSI agrège l'information de chaque intervalle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seuils d'interprétation — Standard bancaire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PSI &lt; 0.10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27432" cy="9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188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synthétique reproduit fidèlement la distribution réelle. Aucune action requise.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109728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0.10 ≤ PSI &lt; 0.20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modéré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331720"/>
            <a:ext cx="27432" cy="9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423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écarts commencent à apparaître. La variable mérite une surveillance mais reste utilisable.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74720"/>
            <a:ext cx="10972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PSI ≥ 0.20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significative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566160"/>
            <a:ext cx="27432" cy="9144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657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distribution synthétique est très différente de la réelle. La variable pose un problème.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Lien mathématique : PSI = KL(réelle || synth) + KL(synth || réelle) — le PSI est la version symétrique de la KL divergence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10 bins ? Le choix crucial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bins 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16916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très fins avec peu d'individus par intervalle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44144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moindre différence de proportion donne un log énorme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319125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455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= 15 sur AGE_YEARS — complètement non interprétable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94106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95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on croit que la variable est très mal reproduite alors qu'elle va bien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bins 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69164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307k individus : ~30 000 individus par bin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19472" y="244144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3957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proportions sont stables et bien définies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19472" y="3191256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14553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log(P_réelle / P_synth) reste dans une plage raisonnable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394106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89534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documenté dans la littérature bancaire (Siddiqi, 2006)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on va l'utiliser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notre stage, le PSI compare la distribution de chaque variable entre la base RÉELLE (Home Credit 307k lignes) et la base SYNTHÉTIQUE générée par CTGAN.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PSI faible = le CTGAN a bien reproduit la distribution de la variable.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822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la KL divergence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KL mesure dans un seul sens. Le PSI mesure dans les deux sens — il est plus symétrique et directement interprétable par les équipes bancaires qui le connaissent déjà.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80360"/>
            <a:ext cx="8229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80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953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par variable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calcule un PSI pour chaque variable. On voit exactement QUELLES variables le CTGAN reproduit bien (PSI &lt; 0.10) et lesquelles posent problème (PSI ≥ 0.20).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82296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86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959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commun avec les inspecteurs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inspecteurs utilisent le PSI au quotidien pour monitorer leurs modèles. Utiliser cette métrique crée un pont entre notre travail et leur pratique.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étapes obligatoires pour utiliser le PSI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8745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Identifier le type de chaque variable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27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(AGE_YEARS) → bins obligatoires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Discrète (CNT_CHILDREN) → valeurs directes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 (CODE_GENDER) → modalités directes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" y="2258568"/>
            <a:ext cx="3931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Appliquer des bins à une variable catégorielle ou discrète fausse le calcul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8745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33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Calculer les bins sur la base RÉELLE uniquement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5270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utilise pd.qcut sur la base réelle pour obtenir 10 quantiles.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quantile contient ~10% des individus réels.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64608" y="2258568"/>
            <a:ext cx="3931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Les mêmes bornes doivent être appliquées aux deux bases pour une comparaison équitable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Appliquer les mêmes bornes aux deux bases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5387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bornes calculées sur la base réelle sont appliquées à la base synthétique avec pd.cut.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synthétique a des valeurs hors bornes → elles tombent en NaN.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4270248"/>
            <a:ext cx="3931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Comparer des bins différents reviendrait à comparer des oranges et des pommes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60520" cy="1874520"/>
          </a:xfrm>
          <a:prstGeom prst="rect">
            <a:avLst/>
          </a:prstGeom>
          <a:solidFill>
            <a:srgbClr val="F4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Remplacer les zéros par epsilon avant le log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5387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catégorie existe dans la réelle mais pas dans la synthétique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proportion = 0 → ln(0) = -∞ → PSI = 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remplacer 0 par 0.0001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64608" y="4270248"/>
            <a:ext cx="3931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Sans epsilon, le PSI devient infini dès qu'une modalité est absente dans une base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PSI nous dira sur notre 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lecture des résultats PSI par variable 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28016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NAME_FAMILY_STATUS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ANNUITY_INCOME_RATIO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Modéré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ELEVATORS_AVG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Dérive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apporte concrètement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09651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Variables stables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CTGAN les reproduit bien → on peut les utiliser en confiance dans les modèles de scoring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Variables en dérive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d'alerte → comprendre pourquoi et décider si on les conserve ou les corrige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PSI mesure la stabilité d'une distribution entre deux bases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bancaire avec des seuils clairs : &lt; 0.10 stable, ≥ 0.20 dérive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5328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 à la KL divergence déjà calculée — version symétrique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127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bins par quantiles : choix rigoureux et documenté, pas arbitraire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21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étapes obligatoires : typage, bins réelle, application, epsilon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347472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 diagnostic variable par variable de la qualité du CTGAN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 — Population Stability Index</dc:title>
  <dc:subject>PptxGenJS Presentation</dc:subject>
  <dc:creator>PptxGenJS</dc:creator>
  <cp:lastModifiedBy>PptxGenJS</cp:lastModifiedBy>
  <cp:revision>1</cp:revision>
  <dcterms:created xsi:type="dcterms:W3CDTF">2026-06-05T06:01:19Z</dcterms:created>
  <dcterms:modified xsi:type="dcterms:W3CDTF">2026-06-05T06:01:19Z</dcterms:modified>
</cp:coreProperties>
</file>